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65058707902706"/>
          <c:y val="0.11339129483814524"/>
          <c:w val="0.86400680225673476"/>
          <c:h val="0.6525967085510646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Sheet1!$A$2:$A$30</c:f>
              <c:strCache>
                <c:ptCount val="29"/>
                <c:pt idx="0">
                  <c:v>2003-01</c:v>
                </c:pt>
                <c:pt idx="1">
                  <c:v>2003-02</c:v>
                </c:pt>
                <c:pt idx="2">
                  <c:v>2003-03</c:v>
                </c:pt>
                <c:pt idx="3">
                  <c:v>2003-04</c:v>
                </c:pt>
                <c:pt idx="4">
                  <c:v>2003-05</c:v>
                </c:pt>
                <c:pt idx="5">
                  <c:v>2003-06</c:v>
                </c:pt>
                <c:pt idx="6">
                  <c:v>2003-07</c:v>
                </c:pt>
                <c:pt idx="7">
                  <c:v>2003-08</c:v>
                </c:pt>
                <c:pt idx="8">
                  <c:v>2003-09</c:v>
                </c:pt>
                <c:pt idx="9">
                  <c:v>2003-10</c:v>
                </c:pt>
                <c:pt idx="10">
                  <c:v>2003-11</c:v>
                </c:pt>
                <c:pt idx="11">
                  <c:v>2003-12</c:v>
                </c:pt>
                <c:pt idx="12">
                  <c:v>2004-01</c:v>
                </c:pt>
                <c:pt idx="13">
                  <c:v>2004-02</c:v>
                </c:pt>
                <c:pt idx="14">
                  <c:v>2004-03</c:v>
                </c:pt>
                <c:pt idx="15">
                  <c:v>2004-04</c:v>
                </c:pt>
                <c:pt idx="16">
                  <c:v>2004-05</c:v>
                </c:pt>
                <c:pt idx="17">
                  <c:v>2004-06</c:v>
                </c:pt>
                <c:pt idx="18">
                  <c:v>2004-07</c:v>
                </c:pt>
                <c:pt idx="19">
                  <c:v>2004-08</c:v>
                </c:pt>
                <c:pt idx="20">
                  <c:v>2004-09</c:v>
                </c:pt>
                <c:pt idx="21">
                  <c:v>2004-10</c:v>
                </c:pt>
                <c:pt idx="22">
                  <c:v>2004-11</c:v>
                </c:pt>
                <c:pt idx="23">
                  <c:v>2004-12</c:v>
                </c:pt>
                <c:pt idx="24">
                  <c:v>2005-01</c:v>
                </c:pt>
                <c:pt idx="25">
                  <c:v>2005-02</c:v>
                </c:pt>
                <c:pt idx="26">
                  <c:v>2005-03</c:v>
                </c:pt>
                <c:pt idx="27">
                  <c:v>2005-04</c:v>
                </c:pt>
                <c:pt idx="28">
                  <c:v>2005-05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116692.77</c:v>
                </c:pt>
                <c:pt idx="1">
                  <c:v>128403.64</c:v>
                </c:pt>
                <c:pt idx="2">
                  <c:v>160517.14000000001</c:v>
                </c:pt>
                <c:pt idx="3">
                  <c:v>185848.59</c:v>
                </c:pt>
                <c:pt idx="4">
                  <c:v>179435.55</c:v>
                </c:pt>
                <c:pt idx="5">
                  <c:v>150470.76999999999</c:v>
                </c:pt>
                <c:pt idx="6">
                  <c:v>201940.36</c:v>
                </c:pt>
                <c:pt idx="7">
                  <c:v>178257.11</c:v>
                </c:pt>
                <c:pt idx="8">
                  <c:v>236697.85</c:v>
                </c:pt>
                <c:pt idx="9">
                  <c:v>470169.12</c:v>
                </c:pt>
                <c:pt idx="10">
                  <c:v>965061.55</c:v>
                </c:pt>
                <c:pt idx="11">
                  <c:v>276723.25</c:v>
                </c:pt>
                <c:pt idx="12">
                  <c:v>292385.21000000002</c:v>
                </c:pt>
                <c:pt idx="13">
                  <c:v>289502.84000000003</c:v>
                </c:pt>
                <c:pt idx="14">
                  <c:v>217691.26</c:v>
                </c:pt>
                <c:pt idx="15">
                  <c:v>187575.77</c:v>
                </c:pt>
                <c:pt idx="16">
                  <c:v>206880.09</c:v>
                </c:pt>
                <c:pt idx="17">
                  <c:v>213092.46</c:v>
                </c:pt>
                <c:pt idx="18">
                  <c:v>325563.49</c:v>
                </c:pt>
                <c:pt idx="19">
                  <c:v>419327.09</c:v>
                </c:pt>
                <c:pt idx="20">
                  <c:v>283799.8</c:v>
                </c:pt>
                <c:pt idx="21">
                  <c:v>500233.86</c:v>
                </c:pt>
                <c:pt idx="22">
                  <c:v>979291.98</c:v>
                </c:pt>
                <c:pt idx="23">
                  <c:v>428838.17</c:v>
                </c:pt>
                <c:pt idx="24">
                  <c:v>307737.02</c:v>
                </c:pt>
                <c:pt idx="25">
                  <c:v>317192.17</c:v>
                </c:pt>
                <c:pt idx="26">
                  <c:v>359711.96</c:v>
                </c:pt>
                <c:pt idx="27">
                  <c:v>344820.62</c:v>
                </c:pt>
                <c:pt idx="28">
                  <c:v>441474.94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77-4BC5-AF45-2F0E022D1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9607759"/>
        <c:axId val="179807583"/>
      </c:lineChart>
      <c:catAx>
        <c:axId val="1359607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7583"/>
        <c:crosses val="autoZero"/>
        <c:auto val="1"/>
        <c:lblAlgn val="ctr"/>
        <c:lblOffset val="100"/>
        <c:noMultiLvlLbl val="0"/>
      </c:catAx>
      <c:valAx>
        <c:axId val="179807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6077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Sheet1!$A$2:$A$8</c:f>
              <c:strCache>
                <c:ptCount val="7"/>
                <c:pt idx="0">
                  <c:v>Vintage Cars</c:v>
                </c:pt>
                <c:pt idx="1">
                  <c:v>Trucks and Buses</c:v>
                </c:pt>
                <c:pt idx="2">
                  <c:v>Trains</c:v>
                </c:pt>
                <c:pt idx="3">
                  <c:v>Ships</c:v>
                </c:pt>
                <c:pt idx="4">
                  <c:v>Planes</c:v>
                </c:pt>
                <c:pt idx="5">
                  <c:v>Motorcycles</c:v>
                </c:pt>
                <c:pt idx="6">
                  <c:v>Classic Cars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1755309.57</c:v>
                </c:pt>
                <c:pt idx="1">
                  <c:v>1024113.57</c:v>
                </c:pt>
                <c:pt idx="2">
                  <c:v>179144.85</c:v>
                </c:pt>
                <c:pt idx="3">
                  <c:v>611486.04</c:v>
                </c:pt>
                <c:pt idx="4">
                  <c:v>903119.39</c:v>
                </c:pt>
                <c:pt idx="5">
                  <c:v>1117515.6200000001</c:v>
                </c:pt>
                <c:pt idx="6">
                  <c:v>3774647.39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4A-4CA2-B6DE-58E8F6383D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367322783"/>
        <c:axId val="179774463"/>
      </c:barChart>
      <c:catAx>
        <c:axId val="1367322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74463"/>
        <c:crosses val="autoZero"/>
        <c:auto val="1"/>
        <c:lblAlgn val="ctr"/>
        <c:lblOffset val="100"/>
        <c:noMultiLvlLbl val="0"/>
      </c:catAx>
      <c:valAx>
        <c:axId val="179774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73227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2810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Models: Key Metrics Dashboard (Mock-up)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783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$ 9.37M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the business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50008" y="1188720"/>
            <a:ext cx="1783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441448" y="12984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441448" y="1691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cs typeface="Calibri" pitchFamily="34" charset="-120"/>
              </a:rPr>
              <a:t>320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441448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42816" y="1188720"/>
            <a:ext cx="1783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334256" y="12984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34256" y="1691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$ 29,267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334256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per order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35624" y="1188720"/>
            <a:ext cx="1783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27064" y="12984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56961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cs typeface="Calibri" pitchFamily="34" charset="-120"/>
              </a:rPr>
              <a:t> 122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227064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28432" y="1188720"/>
            <a:ext cx="1783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119872" y="12984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Shipments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119872" y="1691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0.3 %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119872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reliability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921240" y="1188720"/>
            <a:ext cx="1783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012680" y="12984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012680" y="1691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cs typeface="Calibri" pitchFamily="34" charset="-120"/>
              </a:rPr>
              <a:t>102,882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0012680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67665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4008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(line chart)</a:t>
            </a:r>
            <a:endParaRPr lang="en-US" sz="1400" b="1" dirty="0"/>
          </a:p>
        </p:txBody>
      </p:sp>
      <p:sp>
        <p:nvSpPr>
          <p:cNvPr id="30" name="Shape 28"/>
          <p:cNvSpPr/>
          <p:nvPr/>
        </p:nvSpPr>
        <p:spPr>
          <a:xfrm>
            <a:off x="7469505" y="3063240"/>
            <a:ext cx="408241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8"/>
            </a:solidFill>
            <a:prstDash val="solid"/>
          </a:ln>
        </p:spPr>
        <p:txBody>
          <a:bodyPr/>
          <a:lstStyle/>
          <a:p>
            <a:r>
              <a:rPr lang="en-US" sz="1400" b="1" dirty="0"/>
              <a:t>Revenue by Product Line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3152120" y="6217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Line (bar chart)</a:t>
            </a:r>
            <a:endParaRPr lang="en-US" sz="1400" dirty="0"/>
          </a:p>
        </p:txBody>
      </p: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2BD4B68F-1235-99CB-CDD5-87E406248B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6885574"/>
              </p:ext>
            </p:extLst>
          </p:nvPr>
        </p:nvGraphicFramePr>
        <p:xfrm>
          <a:off x="457200" y="3474720"/>
          <a:ext cx="67665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D1C32347-2051-F49A-8980-F16FD6EFAC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0275099"/>
              </p:ext>
            </p:extLst>
          </p:nvPr>
        </p:nvGraphicFramePr>
        <p:xfrm>
          <a:off x="7469505" y="3474720"/>
          <a:ext cx="4432935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69</Words>
  <Application>Microsoft Office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 Models Dashboard Mock-up</dc:title>
  <dc:subject>PptxGenJS Presentation</dc:subject>
  <dc:creator>PptxGenJS</dc:creator>
  <cp:lastModifiedBy>Mohammed Zeshan Mohiuddin</cp:lastModifiedBy>
  <cp:revision>4</cp:revision>
  <dcterms:created xsi:type="dcterms:W3CDTF">2026-10-10T09:11:43Z</dcterms:created>
  <dcterms:modified xsi:type="dcterms:W3CDTF">2026-10-14T06:51:26Z</dcterms:modified>
</cp:coreProperties>
</file>